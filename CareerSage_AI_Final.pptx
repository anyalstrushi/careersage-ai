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rgbClr val="8B5CF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377440"/>
            <a:ext cx="3291840" cy="329184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CAREER &amp; SKILL INTELLIGENCE AGENT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CareerSage AI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tested and deployable product: real inputs, real outputs, every answer cited.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2926080" cy="411480"/>
          </a:xfrm>
          <a:prstGeom prst="roundRect">
            <a:avLst>
              <a:gd name="adj" fmla="val 22222"/>
            </a:avLst>
          </a:prstGeom>
          <a:solidFill>
            <a:srgbClr val="FBBF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840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 demo  |  22 Oct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CAREERSAGE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 &gt;  Solution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51C3F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81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74520"/>
            <a:ext cx="2331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advice is generic and outdated.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AI invents skills, courses and requirements.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verify where an answer came from.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68980" y="13716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51C3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06140" y="1481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Approach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06140" y="1874520"/>
            <a:ext cx="2331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Generation: answer only from a curated knowledge base.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 questions are refused, never guessed.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0760" y="13716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151C3F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481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Outcome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874520"/>
            <a:ext cx="2331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Roadmaps, interview prep, skill-gap score and role matching, each with a [source-id] you can check.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188720" cy="2103120"/>
          </a:xfrm>
          <a:prstGeom prst="roundRect">
            <a:avLst>
              <a:gd name="adj" fmla="val 7692"/>
            </a:avLst>
          </a:prstGeom>
          <a:solidFill>
            <a:srgbClr val="151C3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72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Normalize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65960"/>
            <a:ext cx="914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Aliases: ML &gt; machine learning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3317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65376" y="1463040"/>
            <a:ext cx="1188720" cy="2103120"/>
          </a:xfrm>
          <a:prstGeom prst="roundRect">
            <a:avLst>
              <a:gd name="adj" fmla="val 7692"/>
            </a:avLst>
          </a:prstGeom>
          <a:solidFill>
            <a:srgbClr val="151C3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02536" y="1572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Typo-fix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002536" y="1965960"/>
            <a:ext cx="914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"machin" &gt; machine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054096" y="23317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73552" y="1463040"/>
            <a:ext cx="1188720" cy="2103120"/>
          </a:xfrm>
          <a:prstGeom prst="roundRect">
            <a:avLst>
              <a:gd name="adj" fmla="val 7692"/>
            </a:avLst>
          </a:prstGeom>
          <a:solidFill>
            <a:srgbClr val="151C3F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10712" y="1572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guard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10712" y="1965960"/>
            <a:ext cx="914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 or skill term? Refuse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462272" y="23317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81728" y="1463040"/>
            <a:ext cx="1188720" cy="2103120"/>
          </a:xfrm>
          <a:prstGeom prst="roundRect">
            <a:avLst>
              <a:gd name="adj" fmla="val 7692"/>
            </a:avLst>
          </a:prstGeom>
          <a:solidFill>
            <a:srgbClr val="151C3F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18888" y="1572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BM25 search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18888" y="1965960"/>
            <a:ext cx="914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docs, 9 roles x 3 types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870448" y="23317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89904" y="1463040"/>
            <a:ext cx="1188720" cy="2103120"/>
          </a:xfrm>
          <a:prstGeom prst="roundRect">
            <a:avLst>
              <a:gd name="adj" fmla="val 7692"/>
            </a:avLst>
          </a:prstGeom>
          <a:solidFill>
            <a:srgbClr val="151C3F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27064" y="1572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Intent boost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27064" y="1965960"/>
            <a:ext cx="914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/ interview / skills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278624" y="23317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98080" y="1463040"/>
            <a:ext cx="1188720" cy="2103120"/>
          </a:xfrm>
          <a:prstGeom prst="roundRect">
            <a:avLst>
              <a:gd name="adj" fmla="val 7692"/>
            </a:avLst>
          </a:prstGeom>
          <a:solidFill>
            <a:srgbClr val="151C3F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35240" y="1572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Cited answer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635240" y="1965960"/>
            <a:ext cx="914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optional, extractive fallback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0" y="23317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51C3F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standard library only: zero dependencies, so it runs and deploys anywhere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 1: Ask a Career Question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48056" y="1316736"/>
            <a:ext cx="5504688" cy="2991389"/>
          </a:xfrm>
          <a:prstGeom prst="roundRect">
            <a:avLst>
              <a:gd name="adj" fmla="val 2445"/>
            </a:avLst>
          </a:prstGeom>
          <a:solidFill>
            <a:srgbClr val="151C3F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6" name="Image 0" descr="/mnt/user-data/uploads/Screenshot_2026-10-22_0252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5394960" cy="288166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2200" y="137160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151C3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09360" y="1481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Natural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1874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skills are required for a data analyst role?"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72200" y="242316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151C3F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09360" y="25328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Grounded answer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2926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summary and exact skill list from the knowledge base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72200" y="347472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151C3F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9360" y="3584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Verifiable sources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3977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ends with [doc-id] citations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 2: Typos and Intent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48056" y="1316736"/>
            <a:ext cx="5504688" cy="2890041"/>
          </a:xfrm>
          <a:prstGeom prst="roundRect">
            <a:avLst>
              <a:gd name="adj" fmla="val 2531"/>
            </a:avLst>
          </a:prstGeom>
          <a:solidFill>
            <a:srgbClr val="151C3F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6" name="Image 0" descr="/mnt/user-data/uploads/Screenshot_2026-10-22_0253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5394960" cy="278031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2200" y="137160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151C3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09360" y="1481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Typo-tolerant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18745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"machin learnin" was understood as machine learning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72200" y="242316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151C3F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09360" y="25328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Intent detected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2926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to become" returns the roadmap, not a summary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72200" y="347472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151C3F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9360" y="3584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source correct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3977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[ml-engineer:roadmap] ranked first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INTELLIGENCE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Skill-Gap Analyzer and Role Match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151C3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813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Gap  (Backend Developer)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74520"/>
            <a:ext cx="3749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Resume: Python, SQL, Docker, Git, FastAPI, testing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75% match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 rest apis, system design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+ 4-step roadmap and interview focus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151C3F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4813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 Match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874520"/>
            <a:ext cx="3749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Resume: html css javascript react typescript git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#1 Frontend Developer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% of required skills matched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examples are asserted in the automated test suite, so the numbers are reproducible.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and Guardrails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151C3F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 / 23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90495" y="146304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151C3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90495" y="1645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727655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hit@1 on 35-question golden set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23790" y="146304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151C3F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23790" y="1645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860950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 refusal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7086" y="146304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151C3F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7086" y="1645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994246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dependencies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3375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are measured on our golden set and gated in CI. Also: input validation, 100 KB body cap, per-IP rate limit, non-root Docker.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Laptop to Public URL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51C3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81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Run locally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74520"/>
            <a:ext cx="2331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app.server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localhost:8000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+ API in one process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68980" y="13716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51C3F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06140" y="1481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Containerize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06140" y="1874520"/>
            <a:ext cx="2331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image, non-root user, built-in health check at /health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0760" y="13716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51C3F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481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Ship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874520"/>
            <a:ext cx="2331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runs tests + eval, then Render deploys from render.yaml to a public link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NEXT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151C3F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813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 upgrades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74520"/>
            <a:ext cx="3749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embeddings + Qdrant hybrid search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job-posting ingestion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151C3F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4813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upgrades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874520"/>
            <a:ext cx="3749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 / Hindi queries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 and memory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faithfulness scoring in CI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-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CareerSage AI - Final</dc:title>
  <dc:subject>PptxGenJS Presentation</dc:subject>
  <dc:creator>PptxGenJS</dc:creator>
  <cp:lastModifiedBy>PptxGenJS</cp:lastModifiedBy>
  <cp:revision>1</cp:revision>
  <dcterms:created xsi:type="dcterms:W3CDTF">2026-10-21T21:32:26Z</dcterms:created>
  <dcterms:modified xsi:type="dcterms:W3CDTF">2026-10-21T21:32:26Z</dcterms:modified>
</cp:coreProperties>
</file>