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CAREER &amp; SKILL INTELLIGENCE AGENT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CareerSage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cited, personalised career guidance - from your resume to your next role.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|  22 Oct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CAREERSAGE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 &gt;  Our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advice is generic and outdated.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skills change every few months.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ChatGPT-style answers hallucinate courses, salaries and requirements.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over live job postings, skill taxonomies and learning content.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backed by a source.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score, personalised roadmap, resume fixes and interview prep - cited and measurable.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JD, skills, courses, resume (PDF)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02536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02536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chunks + metadata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73552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 &gt; vector DB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81728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18888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18888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BM25 + dense + filters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870448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9904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27064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27064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top-k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tools + guardrails + citations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51C3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tracing, user ratings and RAGAS evals in CI improve retrieval every release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agent, tool calling, structured JSON output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Embeddings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LLM API with fallback model; multilingual embeddings (EN / Marathi / Hindi)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or pgvector with metadata filters + hybrid search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Pydantic validation, Redis cache, Postgres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6898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614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0614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dashboard, streaming answers, source chips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 CI/CD, cloud deploy, Langfuse tracing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Agent Capabilities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Skill-Gap Analyzer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vs target role &gt; match score and missing skills, each linked to evidence.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Generator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874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learning plan with real courses and projects.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72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Optimizer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keyword fixes and rewritten bullet points.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172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Coach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questions, mock rounds and scored feedback.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You Can Prove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&gt;= 0.90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0495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90495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&gt;= 0.85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590495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23790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2379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 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72379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7086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7086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857086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37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measured on a 100+ question golden dataset using RAGAS, run automatically in CI on every commit. Unit, integration and load tests plus prompt-injection guardrails. Honest metrics, not a "100%" claim.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API + UI on cloud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auto tests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rate limits, auth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cost tracking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demo link + GitHub repo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87452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career coach (Marathi / Hindi)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job-market trend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memory across sessions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mentor panel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Employer-side talent matching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-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CareerSage AI</dc:title>
  <dc:subject>PptxGenJS Presentation</dc:subject>
  <dc:creator>PptxGenJS</dc:creator>
  <cp:lastModifiedBy>PptxGenJS</cp:lastModifiedBy>
  <cp:revision>1</cp:revision>
  <dcterms:created xsi:type="dcterms:W3CDTF">2026-10-21T20:29:41Z</dcterms:created>
  <dcterms:modified xsi:type="dcterms:W3CDTF">2026-10-21T20:29:41Z</dcterms:modified>
</cp:coreProperties>
</file>